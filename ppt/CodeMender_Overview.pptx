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story: we already have a defect-fix agent; CodeMender adds security analysis through A2A.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Google Cloud blog (Jul 2026) and CodeMender docs. Capabilities may change during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73152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CodeMender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BBD3F7"/>
                </a:solidFill>
                <a:latin typeface="Calibri"/>
              </a:rPr>
              <a:t>AI that finds, verifies and fixes vulnerabilities in your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Gemini Enterprise Agent Platform  ·  A2A-connected security analysis agent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Live demo: Defect-Fix Agent → CodeMender Analysis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Finding bugs is no longer the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Fixing them safely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" cy="237744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Scanner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SAST tools flood teams with findings, many false positives.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Triage consumes the time meant for fixing.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554480"/>
            <a:ext cx="82296" cy="237744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Slow remediation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Patches need context, tests and review.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Critical flaws sit in backlogs for weeks.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54480"/>
            <a:ext cx="3611880" cy="237744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554480"/>
            <a:ext cx="82296" cy="23774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645920"/>
            <a:ext cx="3337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Risky fixes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57400"/>
            <a:ext cx="3337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A bad patch breaks functionality or adds new bugs.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Teams hesitate to change working code.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0B1F3A"/>
                </a:solidFill>
                <a:latin typeface="Calibri"/>
              </a:rPr>
              <a:t>CodeMender closes the loop: it reasons about the codebase, proves a flaw is real, and proposes a tested patch for human approval.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is CodeMender?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An autonomous AI code-security agent from Google (preview on Gemini Enterprise Agent Platform)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6400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  FIND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Scans for vulnerabilities static and model-only scanners miss, using repo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6916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F6368"/>
                </a:solidFill>
                <a:latin typeface="Calibr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474720" cy="6400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  VERIFY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Builds and runs proof-of-concept exploits in an isolated sandbox to confirm the flaw is real.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6916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F6368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64008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645920"/>
            <a:ext cx="3474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  FIX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2286000"/>
            <a:ext cx="3474720" cy="17373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377440"/>
            <a:ext cx="3291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124"/>
                </a:solidFill>
                <a:latin typeface="Calibri"/>
              </a:rPr>
              <a:t>Generates a secure patch, validates build/tests, an LLM judge checks behaviour is preserved.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11247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124"/>
                </a:solidFill>
                <a:latin typeface="Calibri"/>
              </a:rPr>
              <a:t>• Reactive: patches newly found flaws.  • Proactive: hardens code to remove whole vulnerability classes.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02124"/>
                </a:solidFill>
                <a:latin typeface="Calibri"/>
              </a:rPr>
              <a:t>• Developers approve every patch before commit.  • Fits CI/CD, CLI, VS Code and Antigravity.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Local CLI keeps your code on your machine; the cloud agent reasons over targeted snippets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82296" cy="219456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Your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`cm` CLI: reads files, builds, runs PoCs and tests in your sandbox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4688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82296" cy="219456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Gemini Enterprise Agent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CodeMender agent: plans scans, writes PoCs and patches, LLM-as-judge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246888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645920"/>
            <a:ext cx="3474720" cy="219456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645920"/>
            <a:ext cx="82296" cy="219456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73736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Outputs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148840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02124"/>
                </a:solidFill>
                <a:latin typeface="Calibri"/>
              </a:rPr>
              <a:t>Findings by severity/type, verification plan + tested exploits, code diffs for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1247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Tooling behind the agent: static + dynamic analysis, fuzzing, symbolic reasoning, differential testing.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Governance: VPC routing, data isolation and encryption, zero retention of source code, model choice for cost vs depth.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Languages and vulnerability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5394960" cy="201168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" cy="201168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Languages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C/C++  ·  Go  ·  Java  ·  Python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Ruby  ·  Rust  ·  TypeScript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5394960" cy="201168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20116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Vulnerability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Memory corruption  ·  Injection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Web security issues  ·  Cryptographic flaws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Insecure data handling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1124712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82296" cy="21031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931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Proven direction (Google DeepMind research)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72 security fixes upstreamed to open source (reported Oct 2025), incl. libwebp hardening with -fbounds-safety.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All upstream patches were human-reviewed before submission.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Reports and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Everything the analysis agent produces for a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repo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71600"/>
            <a:ext cx="5120640" cy="723277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37160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One PDF security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459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delivered straight into Gemini Enterprise, nothing stored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Risk score and severity chart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at-a-glance posture of the repository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OWASP Top 10 + CWE 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audit-friendly categorisation of every finding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Per-finding 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why it matters, recommended fix, verification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17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Proposed patches (diff)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reviewable fixes, hand-off to the Defect-Fix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109728" cy="6858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4406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Text summary in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Calibri"/>
              </a:rPr>
              <a:t>key findings even if the PDF is not rendered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Demo architecture: agents working together via A2A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28800"/>
            <a:ext cx="2560320" cy="17373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Gemini Enterprise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User asks: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“Analyse and fix this repo”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828800"/>
            <a:ext cx="2560320" cy="1737360"/>
          </a:xfrm>
          <a:prstGeom prst="round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Defect-Fix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ADK · Agent Engine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Orchestrates the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2560320" cy="1737360"/>
          </a:xfrm>
          <a:prstGeom prst="round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CodeMender Analysis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ADK · Agent Engine (A2A)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Orchestrates + builds PDF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377440"/>
            <a:ext cx="457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5F6368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828800"/>
            <a:ext cx="2560320" cy="1737360"/>
          </a:xfrm>
          <a:prstGeom prst="round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19202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CodeMender Runner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56032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Cloud Run sandbox · cm CLI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find · verify · fix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9319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A2A over Vertex AI Agent Engine · IAM-authenticated · both agents registered in Gemini Enterprise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1. Defect-Fix agent delegates repo analysis to CodeMender over A2A.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2. CodeMender returns severity, CWE/OWASP, patches and report links.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3. Defect-Fix agent applies approved fixes and re-runs analysis to confirm.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Live demo: results on the sample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BBD3F7"/>
                </a:solidFill>
                <a:latin typeface="Calibri"/>
              </a:rPr>
              <a:t>5 files · 119 lines · Python, JavaScript, Java, C, Kubernetes 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965960" cy="137160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Critical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463040"/>
            <a:ext cx="1965960" cy="137160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463040"/>
            <a:ext cx="1965960" cy="1371600"/>
          </a:xfrm>
          <a:prstGeom prst="rect">
            <a:avLst/>
          </a:prstGeom>
          <a:solidFill>
            <a:srgbClr val="F9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1463040"/>
            <a:ext cx="1965960" cy="13716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508760"/>
            <a:ext cx="1965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286000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463040"/>
            <a:ext cx="2606040" cy="1371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508760"/>
            <a:ext cx="2606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100/100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286000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Risk score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108960"/>
            <a:ext cx="82296" cy="301752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2004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Top weakness classes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611880"/>
            <a:ext cx="52120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CWE-798  ×4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CWE-502  ×3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CWE-89  ×2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CWE-78  ×2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CWE-120 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08960"/>
            <a:ext cx="5440680" cy="30175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08960"/>
            <a:ext cx="82296" cy="30175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200400"/>
            <a:ext cx="5166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Remediation readiness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11880"/>
            <a:ext cx="51663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33 findings, 11 with a ready-to-review diff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Every finding: CWE, OWASP category, fix guidance, verification plan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02124"/>
                </a:solidFill>
                <a:latin typeface="Calibri"/>
              </a:rPr>
              <a:t>Patches are suggestions; humans approve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21031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A73E8"/>
                </a:solidFill>
                <a:latin typeface="Calibri"/>
              </a:rPr>
              <a:t>Faster remediation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From finding to reviewed patch in one 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82296" cy="210312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710A"/>
                </a:solidFill>
                <a:latin typeface="Calibri"/>
              </a:rPr>
              <a:t>Less noise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6596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Exploit verification reduces false positives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82296" cy="2103120"/>
          </a:xfrm>
          <a:prstGeom prst="rect">
            <a:avLst/>
          </a:prstGeom>
          <a:solidFill>
            <a:srgbClr val="34A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4A853"/>
                </a:solidFill>
                <a:latin typeface="Calibri"/>
              </a:rPr>
              <a:t>Safer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Build/test validation and LLM-judge before approval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40480"/>
            <a:ext cx="5486400" cy="21031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40480"/>
            <a:ext cx="82296" cy="2103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Audit-ready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43400"/>
            <a:ext cx="52120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Calibri"/>
              </a:rPr>
              <a:t>SARIF/JSON/CSV evidence, OWASP &amp; CWE mapping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CodeMender · Code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368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1.  Enable CodeMender preview on the Gemini Enterprise Agent Platform project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2.  Install the `cm` CLI on build/dev hosts; connect to the analysis agent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3.  Wire the analysis agent into CI and the Defect-Fix agent via A2A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4.  Pilot on 2–3 priority repositories; track time-to-fix and false-positive rate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202124"/>
                </a:solidFill>
                <a:latin typeface="Calibri"/>
              </a:rPr>
              <a:t>5.  Expand: scheduled scans, SARIF into code scanning, Wiz / AI Threat Defense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Calibri"/>
              </a:rPr>
              <a:t>Sources: Google Cloud blog “Now in preview: Find and fix software vulnerabilities with CodeMender” (Jul 2026); Google DeepMind announcement (Oct 2025).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